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2248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0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1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6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5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5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4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5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6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0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33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68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90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15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15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4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UAE Fraud Detection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Growth of digital payments has increased transaction volume and fraud risk. BI tools help detect suspicious patterns.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Financial institutions process millions of transactions daily. Manual fraud detection is difficult due to data volume.</a:t>
            </a:r>
            <a:endParaRPr lang="en-IN" dirty="0"/>
          </a:p>
          <a:p>
            <a:r>
              <a:rPr lang="en-US" dirty="0"/>
              <a:t>Analysis of financial transaction data to detect fraudulent activities using Power BI dashboards and data analytics techniques.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fraud patterns</a:t>
            </a:r>
          </a:p>
          <a:p>
            <a:r>
              <a:t>Build monitoring dashboards</a:t>
            </a:r>
          </a:p>
          <a:p>
            <a:r>
              <a:t>Measure fraud using KPIs</a:t>
            </a:r>
          </a:p>
          <a:p>
            <a:r>
              <a:t>Support fraud prevention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limited to available dataset and labeled fraud indicators. Focus on visualization and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dataset including ID, customer, amount, type, time, location and fraud indicator.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 – data cleaning</a:t>
            </a:r>
          </a:p>
          <a:p>
            <a:r>
              <a:t>Power BI – dashboard creation</a:t>
            </a:r>
          </a:p>
          <a:p>
            <a:r>
              <a:t>DAX – KPI measures</a:t>
            </a:r>
          </a:p>
          <a:p>
            <a:r>
              <a:t>Data Modeling – relationships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Cleaning → Transformation → Data modeling → Dashboard creation → Insight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KPI: Total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number of transactions processed in the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KPI: Fraud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transactions identified as fraudulent.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KPI: Fraud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Percentage of fraud transactions compared to total transactions.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KPI: Transaction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monetary value of all processed transactions.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KPI: Fraud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value associated with fraudulent transactions.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1: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high level KPIs including total transactions, fraud count and fraud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2: Transaction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transaction trends over time and distribution by transaction types.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3: Fraud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 fraud percentage and high risk segments.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4: Geographic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visualization showing fraud distribution by region.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 5: Detailed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level analysis of individual transactions with filters.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concentrated in specific transaction categories and high value transactions.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real time monitoring, predictive analytics and stronger authentication.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limitations and absence of machine learning models.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machine learning models and real time fraud detection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dashboards help identify fraud patterns and support data driven fraud prevention decisions.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7C55D2-4A5F-4E9E-BF8C-49BC7A69465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24</TotalTime>
  <Words>367</Words>
  <Application>Microsoft Office PowerPoint</Application>
  <PresentationFormat>On-screen Show (4:3)</PresentationFormat>
  <Paragraphs>55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Corbel</vt:lpstr>
      <vt:lpstr>Parallax</vt:lpstr>
      <vt:lpstr>UAE Fraud Detection and Analysis</vt:lpstr>
      <vt:lpstr>Introduction</vt:lpstr>
      <vt:lpstr>Problem Statement</vt:lpstr>
      <vt:lpstr>Project Objectives</vt:lpstr>
      <vt:lpstr>Scope of Project</vt:lpstr>
      <vt:lpstr>Dataset Description</vt:lpstr>
      <vt:lpstr>Tools and Technologies</vt:lpstr>
      <vt:lpstr>Methodology</vt:lpstr>
      <vt:lpstr>KPI: Total Transactions</vt:lpstr>
      <vt:lpstr>KPI: Fraud Transactions</vt:lpstr>
      <vt:lpstr>KPI: Fraud Rate</vt:lpstr>
      <vt:lpstr>KPI: Transaction Amount</vt:lpstr>
      <vt:lpstr>KPI: Fraud Amount</vt:lpstr>
      <vt:lpstr>Dashboard Page 1: Overview</vt:lpstr>
      <vt:lpstr>Dashboard Page 2: Transaction Analysis</vt:lpstr>
      <vt:lpstr>Dashboard Page 3: Fraud Analysis</vt:lpstr>
      <vt:lpstr>Dashboard Page 4: Geographic Analysis</vt:lpstr>
      <vt:lpstr>Dashboard Page 5: Detailed Insights</vt:lpstr>
      <vt:lpstr>Key Insights</vt:lpstr>
      <vt:lpstr>Recommendations</vt:lpstr>
      <vt:lpstr>Limitations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Kumar</cp:lastModifiedBy>
  <cp:revision>2</cp:revision>
  <dcterms:created xsi:type="dcterms:W3CDTF">2013-01-27T09:14:16Z</dcterms:created>
  <dcterms:modified xsi:type="dcterms:W3CDTF">2026-03-06T07:26:23Z</dcterms:modified>
  <cp:category/>
</cp:coreProperties>
</file>